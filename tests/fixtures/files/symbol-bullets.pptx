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/>
</file>

<file path=ppt/diagrams/data1.xml><?xml version="1.0" encoding="utf-8"?>
<dgm:dataModel xmlns:dgm="http://schemas.openxmlformats.org/drawingml/2006/diagram"/>
</file>

<file path=ppt/diagrams/drawing1.xml><?xml version="1.0" encoding="utf-8"?>
<dsp:drawing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01}">
      <dsp:nvSpPr>
        <dsp:cNvPr id="0" name="Round in SmartArt"/>
        <dsp:cNvSpPr/>
      </dsp:nvSpPr>
      <dsp:spPr>
        <a:xfrm>
          <a:off x="0" y="0"/>
          <a:ext cx="7315200" cy="1371600"/>
        </a:xfrm>
        <a:prstGeom prst="rect">
          <a:avLst/>
        </a:prstGeom>
      </dsp:spPr>
      <dsp:txBody>
        <a:bodyPr/>
        <a:lstStyle/>
        <a:p>
          <a:pPr marL="457200" indent="-457200">
            <a:buFont typeface="Wingdings"/>
            <a:buChar char="l"/>
          </a:pPr>
          <a:r>
            <a:rPr lang="en-US" sz="2400"/>
            <a:t>A round bullet in SmartArt</a:t>
          </a:r>
        </a:p>
      </dsp:txBody>
    </dsp:sp>
    <dsp:sp modelId="{00000000-0000-0000-0000-000000000002}">
      <dsp:nvSpPr>
        <dsp:cNvPr id="0" name="Arrowhead in SmartArt"/>
        <dsp:cNvSpPr/>
      </dsp:nvSpPr>
      <dsp:spPr>
        <a:xfrm>
          <a:off x="0" y="1371600"/>
          <a:ext cx="7315200" cy="1371600"/>
        </a:xfrm>
        <a:prstGeom prst="rect">
          <a:avLst/>
        </a:prstGeom>
      </dsp:spPr>
      <dsp:txBody>
        <a:bodyPr/>
        <a:lstStyle/>
        <a:p>
          <a:pPr marL="457200" indent="-457200">
            <a:buFont typeface="Wingdings 3"/>
            <a:buChar char=""/>
          </a:pPr>
          <a:r>
            <a:rPr lang="en-US" sz="2400"/>
            <a:t>An arrowhead in SmartArt</a:t>
          </a:r>
        </a:p>
      </dsp:txBody>
    </dsp:sp>
  </dsp:spTree>
</dsp:drawing>
</file>

<file path=ppt/diagrams/layout1.xml><?xml version="1.0" encoding="utf-8"?>
<dgm:layoutDef xmlns:dgm="http://schemas.openxmlformats.org/drawingml/2006/diagram"/>
</file>

<file path=ppt/diagrams/quickStyle1.xml><?xml version="1.0" encoding="utf-8"?>
<dgm:styleDef xmlns:dgm="http://schemas.openxmlformats.org/drawingml/2006/diagram"/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/>
        <a:buChar char="l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lets"/>
          <p:cNvSpPr txBox="1"/>
          <p:nvPr/>
        </p:nvSpPr>
        <p:spPr>
          <a:xfrm>
            <a:off x="914400" y="457200"/>
            <a:ext cx="7315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 2"/>
              <a:buChar char=""/>
            </a:pPr>
            <a:r>
              <a:rPr sz="2400"/>
              <a:t>A circle from Wingdings 2</a:t>
            </a:r>
          </a:p>
          <a:p>
            <a:pPr marL="457200" indent="-457200">
              <a:buFont typeface="Wingdings 3"/>
              <a:buChar char=""/>
            </a:pPr>
            <a:r>
              <a:rPr sz="2400"/>
              <a:t>An arrowhead from Wingdings 3</a:t>
            </a:r>
          </a:p>
          <a:p>
            <a:pPr marL="457200" indent="-457200">
              <a:buFont typeface="Wingdings"/>
              <a:buChar char="Ø"/>
            </a:pPr>
            <a:r>
              <a:rPr sz="2400"/>
              <a:t>The arrow PowerPoint offers</a:t>
            </a:r>
          </a:p>
          <a:p>
            <a:pPr marL="457200" indent="-457200">
              <a:buFont typeface="Wingdings"/>
              <a:buChar char=""/>
            </a:pPr>
            <a:r>
              <a:rPr sz="2400"/>
              <a:t>A round bullet from Wingdings</a:t>
            </a:r>
          </a:p>
          <a:p>
            <a:pPr marL="457200" indent="-457200">
              <a:buFont typeface="Symbol"/>
              <a:buChar char=""/>
            </a:pPr>
            <a:r>
              <a:rPr sz="2400"/>
              <a:t>A bullet from Symbol</a:t>
            </a:r>
          </a:p>
          <a:p>
            <a:pPr marL="457200" indent="-457200">
              <a:buFont typeface="Webdings"/>
              <a:buChar char="4"/>
            </a:pPr>
            <a:r>
              <a:rPr sz="2400"/>
              <a:t>A triangle from Webdings</a:t>
            </a:r>
          </a:p>
          <a:p>
            <a:pPr marL="457200" indent="-457200">
              <a:buFont typeface="Wingdings 2"/>
              <a:buChar char=""/>
            </a:pPr>
            <a:r>
              <a:rPr sz="2400"/>
              <a:t>A printer from Wingdings 2</a:t>
            </a:r>
          </a:p>
          <a:p>
            <a:pPr marL="457200" indent="-457200">
              <a:buFont typeface="StarSymbol"/>
              <a:buChar char=""/>
            </a:pPr>
            <a:r>
              <a:rPr sz="2400"/>
              <a:t>A private use bullet from StarSymbol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the design</a:t>
            </a:r>
          </a:p>
        </p:txBody>
      </p:sp>
      <p:sp>
        <p:nvSpPr>
          <p:cNvPr id="3" name="Designed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round bullet from the master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SmartArt"/>
          <p:cNvGraphicFramePr/>
          <p:nvPr/>
        </p:nvGraphicFramePr>
        <p:xfrm>
          <a:off x="914400" y="1371600"/>
          <a:ext cx="7315200" cy="27432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