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/>
        <a:buChar char="l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lets"/>
          <p:cNvSpPr txBox="1"/>
          <p:nvPr/>
        </p:nvSpPr>
        <p:spPr>
          <a:xfrm>
            <a:off x="914400" y="457200"/>
            <a:ext cx="73152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457200" indent="-457200">
              <a:buFont typeface="Wingdings 2"/>
              <a:buChar char=""/>
            </a:pPr>
            <a:r>
              <a:rPr sz="2400"/>
              <a:t>A circle from Wingdings 2</a:t>
            </a:r>
          </a:p>
          <a:p>
            <a:pPr marL="457200" indent="-457200">
              <a:buFont typeface="Wingdings 3"/>
              <a:buChar char=""/>
            </a:pPr>
            <a:r>
              <a:rPr sz="2400"/>
              <a:t>An arrowhead from Wingdings 3</a:t>
            </a:r>
          </a:p>
          <a:p>
            <a:pPr marL="457200" indent="-457200">
              <a:buFont typeface="Wingdings"/>
              <a:buChar char="Ø"/>
            </a:pPr>
            <a:r>
              <a:rPr sz="2400"/>
              <a:t>The arrow PowerPoint offers</a:t>
            </a:r>
          </a:p>
          <a:p>
            <a:pPr marL="457200" indent="-457200">
              <a:buFont typeface="Wingdings"/>
              <a:buChar char=""/>
            </a:pPr>
            <a:r>
              <a:rPr sz="2400"/>
              <a:t>A round bullet from Wingdings</a:t>
            </a:r>
          </a:p>
          <a:p>
            <a:pPr marL="457200" indent="-457200">
              <a:buFont typeface="Symbol"/>
              <a:buChar char=""/>
            </a:pPr>
            <a:r>
              <a:rPr sz="2400"/>
              <a:t>A bullet from Symbol</a:t>
            </a:r>
          </a:p>
          <a:p>
            <a:pPr marL="457200" indent="-457200">
              <a:buFont typeface="Webdings"/>
              <a:buChar char="4"/>
            </a:pPr>
            <a:r>
              <a:rPr sz="2400"/>
              <a:t>A triangle from Webdings</a:t>
            </a:r>
          </a:p>
          <a:p>
            <a:pPr marL="457200" indent="-457200">
              <a:buFont typeface="Wingdings 2"/>
              <a:buChar char=""/>
            </a:pPr>
            <a:r>
              <a:rPr sz="2400"/>
              <a:t>A printer from Wingdings 2</a:t>
            </a:r>
          </a:p>
          <a:p>
            <a:pPr marL="457200" indent="-457200">
              <a:buFont typeface="StarSymbol"/>
              <a:buChar char=""/>
            </a:pPr>
            <a:r>
              <a:rPr sz="2400"/>
              <a:t>A private use bullet from StarSymbol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the design</a:t>
            </a:r>
          </a:p>
        </p:txBody>
      </p:sp>
      <p:sp>
        <p:nvSpPr>
          <p:cNvPr id="3" name="Designed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round bullet from the master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Gander tests</dc:creator>
  <cp:keywords/>
  <dc:description>generated using python-pptx</dc:description>
  <cp:lastModifiedBy>Gander tests</cp:lastModifiedBy>
  <cp:revision>1</cp:revision>
  <dcterms:created xsi:type="dcterms:W3CDTF">2026-01-01T00:00:00Z</dcterms:created>
  <dcterms:modified xsi:type="dcterms:W3CDTF">2026-01-01T00:00:00Z</dcterms:modified>
  <cp:category/>
</cp:coreProperties>
</file>